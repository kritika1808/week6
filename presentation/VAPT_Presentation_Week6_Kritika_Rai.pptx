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Security &amp; Vulnerability Testing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VAPT Basics: hands-on with DVWA, Burp Suite and OWASP ZAP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Kritika Rai  |  Week 6 Assignment  |  14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VAPT?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and list known weaknesses.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2011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834640" y="137160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34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Testing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377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exploit them to see the real impact.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0040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setup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in Docker on my own machine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8080, login admin / password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level set to Low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or real sites were tested</a:t>
            </a:r>
            <a:endParaRPr lang="en-US" sz="1400" dirty="0"/>
          </a:p>
        </p:txBody>
      </p:sp>
      <p:pic>
        <p:nvPicPr>
          <p:cNvPr id="14" name="Image 0" descr="/tmp/claude-0/work/shots/06caa869a895903211b26036123f4c4a3751dfc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188720"/>
            <a:ext cx="3657600" cy="1627390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15" name="Text 12"/>
          <p:cNvSpPr txBox="1"/>
          <p:nvPr/>
        </p:nvSpPr>
        <p:spPr>
          <a:xfrm>
            <a:off x="5029200" y="288926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security level set to Low</a:t>
            </a:r>
            <a:endParaRPr lang="en-US" sz="1100" dirty="0"/>
          </a:p>
        </p:txBody>
      </p:sp>
      <p:pic>
        <p:nvPicPr>
          <p:cNvPr id="16" name="Image 1" descr="/tmp/claude-0/work/shots/0488e4221dc344490c0fd44148728813e822e47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57600"/>
            <a:ext cx="3657600" cy="448189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17" name="Text 13"/>
          <p:cNvSpPr txBox="1"/>
          <p:nvPr/>
        </p:nvSpPr>
        <p:spPr>
          <a:xfrm>
            <a:off x="5029200" y="4178941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DVWA container running (docker ps)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between browser and site. Used to capture and read raw requests and responses.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scanner. Found 9 alerts on DVWA, mostly header and cookie issues.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DVWA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weak web app. A safe and legal target for practice.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3931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DVWA with PHP and MySQL ready. Setup in minutes, no XAMPP.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291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typed in User ID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D64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1' OR '1'='1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input returned 1 user. The payload returned every user in the table.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input goes straight into the SQL query.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D64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</a:t>
            </a:r>
            <a:endParaRPr lang="en-US" sz="1600" dirty="0"/>
          </a:p>
        </p:txBody>
      </p:sp>
      <p:pic>
        <p:nvPicPr>
          <p:cNvPr id="4" name="Image 0" descr="/tmp/claude-0/work/shots/c9270098491aebe567c441f2752a8b1c21e6a1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1188720"/>
            <a:ext cx="4754880" cy="211833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3931920" y="339849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returned (admin, Gordon Brown, Hack Me, Pablo Picasso, Bob Smith)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Cross-Site Scripting (XSS)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4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&lt;script&gt;alert('XSS')&lt;/script&gt;</a:t>
            </a:r>
            <a:endParaRPr lang="en-US" sz="1600" dirty="0"/>
          </a:p>
        </p:txBody>
      </p:sp>
      <p:pic>
        <p:nvPicPr>
          <p:cNvPr id="4" name="Image 0" descr="/tmp/claude-0/work/shots/b589a3269fb14c0361614588d9b4a08ff31b01d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3931920" cy="1726701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3418341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Reflected: popup runs from the input box. Risk: Medium</a:t>
            </a:r>
            <a:endParaRPr lang="en-US" sz="1400" dirty="0"/>
          </a:p>
        </p:txBody>
      </p:sp>
      <p:pic>
        <p:nvPicPr>
          <p:cNvPr id="6" name="Image 1" descr="/tmp/claude-0/work/shots/3be5e69c7e293897b436b632a53bffbfef7310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3931920" cy="1744322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4754880" y="343596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Stored: popup returns after page reload. Saved in the database. Risk: High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 hits every visitor, not only the attacker.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Requests captured in Burp Suite</a:t>
            </a:r>
            <a:endParaRPr lang="en-US" sz="3400" dirty="0"/>
          </a:p>
        </p:txBody>
      </p:sp>
      <p:pic>
        <p:nvPicPr>
          <p:cNvPr id="3" name="Image 0" descr="/tmp/claude-0/work/shots/6ee5a2f50f31131f6bb97ec765b0444bcb24bf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31920" cy="1432993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457200" y="2621713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SQLi: GET request with encoded payload in the id parameter</a:t>
            </a:r>
            <a:endParaRPr lang="en-US" sz="1100" dirty="0"/>
          </a:p>
        </p:txBody>
      </p:sp>
      <p:pic>
        <p:nvPicPr>
          <p:cNvPr id="5" name="Image 1" descr="/tmp/claude-0/work/shots/493249ee78b27b152e76e769af9cf2eaa381ae5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931920" cy="1888144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4754880" y="30768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XSS: POST request carrying the script in the message field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shows exactly what the app receives. The server never filtered the payload, and it sent a normal 200 OK back.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OWASP ZAP scan</a:t>
            </a:r>
            <a:endParaRPr lang="en-US" sz="3400" dirty="0"/>
          </a:p>
        </p:txBody>
      </p:sp>
      <p:pic>
        <p:nvPicPr>
          <p:cNvPr id="3" name="Image 0" descr="/tmp/claude-0/work/shots/7e47e268e886521f21411756c4d6b055654814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120640" cy="245897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5943600" y="109728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64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858000" y="10972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943600" y="196596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035040" y="19659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1965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943600" y="283464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035040" y="2834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685800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943600" y="37033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035040" y="3703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A97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370332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alerts: missing CSP and anti-clickjacking header, cookie flags, server version leak.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Findings and risk levels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301752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Injection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ID 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Stored XSS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Guestbook message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D64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Reflected XSS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CSP header missing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anti-clickjacking header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pages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8A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Cookie without HttpOnly / SameSite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PHPSESSID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8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version leak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header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B82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D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prevent these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430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Injection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statements. Server-side validation. Least-privilege DB account.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430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2344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XSS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output. Add a CSP header. Set HttpOnly cookies.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430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Auth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passwords, lockout, MFA, new session ID after login.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1430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9204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Misconfiguration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2918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security headers. Hide versions. Patch often. Rescan regularly.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lesson: never trust user input.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VAPT Basics - Week 6</dc:title>
  <dc:subject>PptxGenJS Presentation</dc:subject>
  <dc:creator>Kritika Rai</dc:creator>
  <cp:lastModifiedBy>Kritika Rai</cp:lastModifiedBy>
  <cp:revision>1</cp:revision>
  <dcterms:created xsi:type="dcterms:W3CDTF">2026-10-14T12:44:53Z</dcterms:created>
  <dcterms:modified xsi:type="dcterms:W3CDTF">2026-10-14T12:44:53Z</dcterms:modified>
</cp:coreProperties>
</file>